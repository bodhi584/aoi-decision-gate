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Binary Classification of AOI Alarms into True Defects and False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Second check of AOI results with supervised machine learning (Siemens production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github.com/bodhi584/aoi-false-call-classification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872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060000"/>
            <a:ext cx="3024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of the boards flagged by AOI are false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9599" y="4068000"/>
            <a:ext cx="302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Each one is checked again by hand at the manual inspection station.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599" y="4752000"/>
            <a:ext cx="302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B8C4D6"/>
                </a:solidFill>
                <a:latin typeface="Arial"/>
              </a:rPr>
              <a:t>Source: Siemens SMT line, Bavaria · 39,742 flagged boards, 132 days · Pfab et al. (2024), Data in Brief 53, 110110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motivation: fewer manual re-inspections of false calls, while true defects are still caught.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“AI second check of AOI results”: real defect or false call? Target: about 40 % fewer false calls.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call, so that fewer false calls go to manual inspection while at most 1 % of true defects are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 TO MANUAL INSPECTION, AT MOST 1 % OF TRUE DEFECTS MISSED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one flagged board: about 70 AOI measurements per flagged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classification threshold: recall ≥ 99 %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true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and comparing three classification models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on recorded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Evaluation: recall, specificity, confusion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inspection itself (camera, limits)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classification models (logistic regression, random forest, neural network) for the same binary task.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recall of true defects is at least 99 %.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as in operation: day-by-day simulation on the recorded Siemens data, models trained on earlier days 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Requirements (positive class = true defect)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99 %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recall: true defects classified as true defect (≤ 1 % missed)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specificity: false calls classified as false call = manual inspections saved (baseline 6.4 %)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on recorded production days (walk-forward)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Recall, specificity, confusion matrix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models, compared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≥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recorded data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true defect / false call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recall, specificity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recall ≥ 99 %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operation day by day on the recorded days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classified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classified as false call virtually skip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recall, specificity and the confusion matrix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on recorded data: three models compared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Specificity today: 6.5–15.0 % (false calls correctly classified).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today: 96.3–97.8 % (2.2–3.7 % of true defects missed): below the 99 % requirement.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recall ≥ 99 % with specificity ≥ 20 %.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Day-by-day simulation on the recorded data, with recall and specificity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classification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recall of true defects ≥ 99 %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classification to the manual inspection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github.com/bodhi584/aoi-false-call-classification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Binary Classification of AOI Alarms into True Defects and False Calls</dc:title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