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AI-powered Quality Control and Defect Detection in Electronics Assembly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Reducing false calls of automated optical inspection (AOI) with Siemens production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WHERE THE TOPIC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Based on the lecture example: Siemens, p. 18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p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800000"/>
            <a:ext cx="4798588" cy="370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6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5F6D"/>
                </a:solidFill>
                <a:latin typeface="Arial"/>
              </a:rPr>
              <a:t>Lecture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2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Our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6000" y="212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48000" y="212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quality control and defect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2000" y="212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AI decides: real defect or false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6000" y="2682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2682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Application in manufacturing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000" y="2682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4000" y="2682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SMT electronics assembly, after soldering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6000" y="3240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8000" y="3240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computer vision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2000" y="3240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4000" y="3240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Works on the AOI camera system’s measurements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6000" y="3798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8000" y="3798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Advanced image recognition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000" y="3798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84000" y="3798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Classifier on AOI image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6000" y="4356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000" y="4356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Automated inspection of electronic components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2000" y="4356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84000" y="4356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Real Siemens line data (Bavaria)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6000" y="491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8000" y="491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Improved quality, reduced waste, efficiency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12000" y="491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84000" y="491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Fewer manual checks, no extra defects released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THE INDUSTRIAL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optical inspection, today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384000" cy="3600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2015999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240000"/>
            <a:ext cx="3024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the Siemens line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one goes to a manual inspection station: “a major manual labour effort” (Pfab et al. 2024, Siemens).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800000"/>
            <a:ext cx="723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925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21 Oct 2026 · Siemens and NVIDIA, Erlangen electronics 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50000"/>
            <a:ext cx="687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is it a real defect or a false call?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Project targets: about 40 % fewer false calls, reduced manual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671999"/>
            <a:ext cx="7236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797998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19 Oct 2026 · Siemens, Erlangen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4121999"/>
            <a:ext cx="687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Factories in high-wage countries need 7–9 % more productivity every year.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invests €500 million in Erlangen as a showcase for AI in manufacturing.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599" y="5508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Sources: Siemens press release, 21 Oct 2026; technology.org, 20 Oct 2026; Pfab et al. 2024, Data in Brief 53:110110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Build and test an AI decision gate that releases AOI false calls on a real Siemens line, while at most 1 % of defective boards are released, also when the line changes over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5256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489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AOI data (132 days, one line)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 gate: trees vs. neural network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Replay simulation of the line in time order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Drift alarm and update policies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Error analysis, replay 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2808000"/>
            <a:ext cx="5292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9599" y="2933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9599" y="3258000"/>
            <a:ext cx="4932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machine or its camera images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Other lines, plants or companies’ own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Running the gate on a real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Root-cause analysis of solder defects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Measurable targets, fixed before the main experiments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released defect reaches the customer: the strictest limit. Baseline replay: 2.4–4.6 %.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≥ 25 %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False-call boards released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is a manual inspection saved. Baseline (time order): 8.2 %.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Alarm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Drift 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gate warns when the line has changed and its decisions may no longer 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an AI decision gate that decides per flagged board: release or manual inspection.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 replay simulation that plays the Siemens line back day by day in time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Compare gradient-boosted trees with a neural network, and compare model update policies.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Add a drift alarm that warns when the line has changed.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Evaluate with production KPIs: defective boards released, manual inspections saved, time per 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decides whether the gate helps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00000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False-call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3599" y="1800000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Each false call costs operator time at the manual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537999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537999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3599" y="2537999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A released defective board reaches the customer: must stay 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75998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75998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3599" y="3275998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Materials, settings and products change; last month’s model may not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4013997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4013997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3599" y="4013997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Only about 1 % of flagged joints are real defects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751996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751996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Label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599" y="4751996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Labels come from operators and may contain errors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INPUT → SYSTEM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Where the gate sits on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2015999"/>
            <a:ext cx="2196000" cy="2088000"/>
          </a:xfrm>
          <a:prstGeom prst="roundRect">
            <a:avLst>
              <a:gd name="adj" fmla="val 6000"/>
            </a:avLst>
          </a:prstGeom>
          <a:solidFill>
            <a:srgbClr val="D5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2123999"/>
            <a:ext cx="194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13D"/>
                </a:solidFill>
                <a:latin typeface="Arial"/>
              </a:rPr>
              <a:t>On the line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519998"/>
            <a:ext cx="1944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SMT soldering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camera checks every joint against fixed limits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Flags suspicious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599" y="1710000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7599" y="2015999"/>
            <a:ext cx="23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1599" y="2123999"/>
            <a:ext cx="20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data per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1599" y="2519998"/>
            <a:ext cx="208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measurements per joint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Inspection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Component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error 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45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599" y="1710000"/>
            <a:ext cx="26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599" y="2015999"/>
            <a:ext cx="2664000" cy="2088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 w="1905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3599" y="2123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2519998"/>
            <a:ext cx="244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Classifier trained on past manual-inspection results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Release threshold: at most 1 % of defective boards released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598" y="1710000"/>
            <a:ext cx="2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OUTPUT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7599" y="2357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787599" y="3473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11598" y="2015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5598" y="2087999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6B3A"/>
                </a:solidFill>
                <a:latin typeface="Arial"/>
              </a:rPr>
              <a:t>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5598" y="2429998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likely false call →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1598" y="3131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5598" y="3203999"/>
            <a:ext cx="22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Manual 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5598" y="3545999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possible defect → operator checks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55F6D"/>
                </a:solidFill>
                <a:latin typeface="Arial"/>
              </a:rPr>
              <a:t>Today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Every flagged board is checked by hand, and 98 % of them are fine.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7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8C4D6"/>
                </a:solidFill>
                <a:latin typeface="Arial"/>
              </a:rPr>
              <a:t>With the gate (goal)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Fewer manual checks, same quality: at most 1 % of defective boards released.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production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trees · neural network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Release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defective released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update policies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alarm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line changed? warn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error analysis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CRISP-DM, evaluated by a replay simulation of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1 · Business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false-call problem, KPIs,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9598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7598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2 · Data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7598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structure, imbalance,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7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3597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3 · Data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597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1596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596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4 · Modelling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596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gradient-boosted trees; neural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7595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5595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5 ·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5595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simulation, production KPIs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93594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1594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6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1594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demo, run instructions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3384000"/>
            <a:ext cx="1090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350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 (our “baseline simulation”)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599" y="3834000"/>
            <a:ext cx="10548000" cy="147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132 recorded days are played back in time order. Each day the gate decides every flagged board with a model trained only on earlier days, exactly as on the real line.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We compare update policies (train once, retrain weekly on all past days, retrain on recent days) and measure released false calls, released defects and saved inspections.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Why not a random split? It mixes future and past and overstates what a factory gets (next slides).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Real production data published by Siemens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599" y="17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Eichler, Mallandur, Rothering (2024), Siemens AG, Data in Brief 53, 110110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3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3599" y="23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SMT production line of Siemens AG in Bavaria, 132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84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84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3599" y="284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440,274 flagged solder joints on 39,742 boards; 5 inspection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38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38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3599" y="338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AOI measurements + component type, error code, angle (anonymised, scaled 0–1)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392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392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3599" y="392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 inspection result: false call or true defect (875 defective boards)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4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4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3599" y="44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Early vs. late days separable from measurements alone: AUROC 0.966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50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50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Licence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3599" y="50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CC BY-NC 3.0 (Siemens AG): downloaded by script, not redistributed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Open source, runs on a normal computer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331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88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PyTorch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Gradient-boosted trees (baseline) and a neural network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(own replay code)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Play the line back day by day; measure KPIs per policy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Drift alarm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statistics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Detect when the line has changed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pytest, GitHub Actions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Tests run automatically on every change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Demo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Gradio or Streamlit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Replay the line and show decisions and saved inspections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github.com/bodhi584/aoi-decision-gate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540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Within the lecture topics: neural networks (p. 12, 17), big data processing (p. 10). No large language model. Tools may change as the project progresses.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BASELINE ALREADY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Time order is much harder than a random split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char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5297143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01599" y="1800000"/>
            <a:ext cx="522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81599" y="1925999"/>
            <a:ext cx="48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1599" y="2250000"/>
            <a:ext cx="48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Gradient-boosted trees, trained on the first 70 % of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Share of false-call boards that could be released while 99 % of defective boards still go to manual inspection.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Random split: 29 %, AUROC 0.966. Time order: 8.2 %, AUROC 0.889.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 over time: drift is the real challenge, and papers with random splits overstate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REPLAY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Thresholds from past days do not hold on later days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pic>
        <p:nvPicPr>
          <p:cNvPr id="7" name="Picture 6" descr="chart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6180000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93599" y="1800000"/>
            <a:ext cx="4428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3599" y="1925999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3599" y="2250000"/>
            <a:ext cx="4068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39 production days, 17,366 flagged boards replayed.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Up to 16 % of false-call boards released (2,750 manual inspections saved).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But 2.4–4.6 % of defective boards released: the 1 % limit is broken by drift.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→ Core of the project: drift detection and update policy.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Four steps, each with a result we can show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Download the Siemens AOI data, check checksum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 solder joints into boards; encode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strict time order; facts on imbalance and drift (done)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Gradient-boosted trees as baseline (running)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Neural network in PyTorch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threshold: at most 1 % defective boards released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the line day by day, models trained on past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update policies; add drift alarm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Count released false calls and released defects per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Production KPIs per model and policy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 by inspection type, component, period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 and report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Who does what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Yu Han · team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Decision gate and replay simulation (core code), GitHub and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Melisa Subasi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Data understanding, evaluation and KPIs, final report editor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Meron Hagos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Literature review, industrial case (Siemens), demo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Alejandro Rivas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Experiments: models, drift handling and update policies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proposal to final hand-in (lecture p.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7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/>
                <a:gridCol w="4031999"/>
                <a:gridCol w="5580000"/>
              </a:tblGrid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 we deliver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20 / 23 Oct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P1 · Proposal + tech stack + MVP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Revised topic, proposal, GitHub, baseline and first replay running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3 Nov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P2 · Core code + baseline sim; test plan +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Decision gate and replay as core code, all update policies, test plan, literature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24 Nov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P3 · Feature progress; unit/CI; issues board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Neural network, drift alarm, tests on every push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8 Dec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P4 · Feature progress; unit/CI; issues board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Full evaluation and error analysis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22 Dec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P5 · Demo video + run instructions; packaging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Replay demo, video, run instructions, package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12 Jan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presentation,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 and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GANTT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Project schedule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360000" cy="358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in, concretely: a software prototype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256000" cy="1655999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Software: the AI decision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489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 Python package with a command-line tool. Train it on past inspection records; give it the AOI data of one board; it answers RELEASE or INSPECT, with a score and the main reasons.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3564000"/>
            <a:ext cx="525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3689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Replay dashboard (demo)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4014000"/>
            <a:ext cx="489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 small web app: pick a day of the Siemens line and see each board’s decision, manual checks saved, defects released and drift alarms.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1764000"/>
            <a:ext cx="5292000" cy="2015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3599" y="1835999"/>
            <a:ext cx="5040000" cy="19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# planned command-line interface (day 87 = real replay result)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train   --data history.csv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model saved, threshold set (≤ 1 % defects released)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decide  --board board_10466.csv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RELEASE   (score below threshold: likely false call)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replay  --policy weekly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day 87: 612 boards, 183 checks saved, 0 defects released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9599" y="3924000"/>
            <a:ext cx="5292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9599" y="4049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Evidence and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9599" y="4374000"/>
            <a:ext cx="4932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Result files for every number · tests on every push · demo video · final report · public GitHub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599" y="5328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In a factory it would run between the AOI machine and the manual inspection station. Connecting it to a real line is not part of the course project. The command names are planned; the day-87 numbers come from our first replay (weekly retraining).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CPU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 (one per member)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GitHub Actions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SPECIFIC CONDITIONS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covers, and what it does not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SMT line, five inspection types,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Gate placed after the AOI, before manual inspection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Decisions per board; at most 1 % defective boards released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anonymised: no physical names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images; no other lines or plants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 non-commercial (course use only)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Results hold for this line; other lines need their own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Checklist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Software and simulation only: no machinery, no physical risk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anonymised by Siemens; no personal data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used under its licence (non-commercial), not redistributed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Safety first in the design: limit on released defects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Transparent: every number from a result file; code public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Reproducible: fixed seeds, tests on every push; all sources cited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Main risks and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Drift limits how many false calls can be released safely → fallback: report which drift handling works, which does not, and why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Labels may contain operator errors → error analysis checks suspicious cases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In a real factory a gate needs approval by quality engineers before it may release boards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line, with an industry partner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 electronics plant (e.g. in Bavaria) shares AOI and manual-inspection records under a data agreement.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Read each board’s AOI result from the machine or MES (e.g. IPC-CFX standard or vendor export); send the decision to the repair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The gate runs next to the operators on real data and only logs its decisions; nothing is released yet.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Approval, go-live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Quality engineers compare the logs; if ≤ 1 % defects would have been released, start with one inspection type.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644000"/>
            <a:ext cx="10908000" cy="79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644000"/>
            <a:ext cx="10548000" cy="79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questions for this step: interface development per AOI vendor, data access and agreements, and approval by the plant’s quality department.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technology.org (20 Oct 2026). Siemens aims to raise factory automation to 80 % with AI.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Schmitt, J., Bönig, J., Borggräfe, T., Beitinger, G., Deuse, J. (2020). Predictive model-based quality inspection using machine learning and edge cloud computing. Advanced Engineering Informatics 45, 101101.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Lecture slides, Case Study Intelligent Systems in Production, p. 10, 12, 17, 18, 33.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234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342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