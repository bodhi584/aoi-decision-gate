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Build and test an AI decision gate that releases AOI false calls on a real Siemens line, while at most 1 % of defective boards are released, also when the line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5256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489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AOI data (132 days, one line)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gate: trees vs. neural network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simulation of the line in time order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alarm and update policies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Error analysis, replay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2808000"/>
            <a:ext cx="5292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9599" y="2933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9599" y="3258000"/>
            <a:ext cx="493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machine or its camera images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Other lines, plants or companies’ own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Running the gate on a real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Root-cause analysis of solder defects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Measurable targets, fixed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 reaches the customer: the strictest limit. Baseline replay: 2.4–4.6 %.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False-call boards released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is a manual inspection saved. Baseline (time order): 8.2 %.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Alarm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Drift 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warns when the line has changed and its decisions may no longer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an AI decision gate that decides per flagged board: release or manual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 replay simulation that plays the Siemens line back day by day in time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Compare gradient-boosted trees with a neural network, and compare model update policies.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Add a drift alarm that warns when the line has changed.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Evaluate with production KPIs: defective boards released, manual inspections saved, time per 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production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trees · neural network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Release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defective released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update policies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alarm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line changed? warn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error analysis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Open source, runs on a normal computer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331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88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PyTorch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Gradient-boosted trees (baseline) and a neural network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(own replay code)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Play the line back day by day; measure KPIs per policy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Drift alarm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statistics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Detect when the line has changed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pytest, GitHub Actions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Tests run automatically on every change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Demo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Gradio or Streamlit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Replay the line and show decisions and saved inspections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github.com/bodhi584/aoi-decision-gate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540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Within the lecture topics: neural networks (p. 12, 17), big data processing (p. 10). No large language model. Tools may change as the project progresses.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Four steps, each with a result we can show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Download the Siemens AOI data, check checksum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 solder joints into boards; encode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strict time order; facts on imbalance and drift (done)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Gradient-boosted trees as baseline (running)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Neural network in PyTorch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threshold: at most 1 % defective boards released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the line day by day, models trained on past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update policies; add drift alarm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Count released false calls and released defects per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Production KPIs per model and policy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 by inspection type, component, period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 and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Who does what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Yu Han · team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Decision gate and replay simulation (core code), GitHub and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Melisa Subasi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Data understanding, evaluation and KPIs, final report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Meron Hagos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Literature review, industrial case (Siemens), demo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Alejandro Rivas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Experiments: models, drift handling and update policies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proposal to final hand-in (lecture 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7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031999"/>
                <a:gridCol w="5580000"/>
              </a:tblGrid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deliver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20 / 23 Oct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P1 · Proposal + tech stack + MVP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Revised topic, proposal, GitHub, baseline and first replay running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3 Nov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P2 · Core code + baseline sim; test plan +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Decision gate and replay as core code, all update policies, test plan, literature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24 Nov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P3 · Feature progress; unit/CI; issues board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Neural network, drift alarm, tests on every push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8 Dec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P4 · Feature progress; unit/CI; issues board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Full evaluation and error analysis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22 Dec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P5 · Demo video + run instructions; packaging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Replay demo, video, run instructions, package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12 Jan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presentation,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 and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GANTT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Project schedule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36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Working, tested code that decides release or manual inspection per 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Day-by-day replay of the Siemens line with production KPIs per update policy.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Trees vs. neural network, and update policies, measured against our targets.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Report and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Final report, replay demo video and a public GitHub repository.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CPU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 (one per member)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GitHub Actions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Results hold for this line; other lines need their own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Software and simulation only: no machinery, no physical risk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anonymised by Siemens; no personal data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used under its licence (non-commercial), not redistributed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Safety first in the design: limit on released defects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Transparent: every number from a result file; code public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Reproducible: fixed seeds, tests on every push; all sources cited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Main risks and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Drift limits how many false calls can be released safely → fallback: report which drift handling works, which does not, and why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Labels may contain operator errors → error analysis checks suspicious cases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In a real factory a gate needs approval by quality engineers before it may release boards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After the semester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More lines and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Test the gate on other AOI data to see how well it transfers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Images +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Combine AOI camera images with the measurements (multimodal, lecture p. 28–29)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Learning on the live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Online updates from new manual-inspection results, with operator feedback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Run the gate at the inspection station, next to the AOI machine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