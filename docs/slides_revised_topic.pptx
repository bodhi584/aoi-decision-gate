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1944000"/>
            <a:ext cx="109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Second Check of AOI Results with Supervised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744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Binary classification of AOI alarms into true defects and false calls (Siemens production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automated inspection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3384000" cy="3671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1944000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168000"/>
            <a:ext cx="302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real Siemens production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flagged board goes to a manual inspection 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764000"/>
            <a:ext cx="723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8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Based on the lecture example (p. 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14000"/>
            <a:ext cx="6876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“Siemens – Quality Control and Defect Detection”. Key motivation: fewer manual re-inspections of false calls, while true defects are still caught.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276000"/>
            <a:ext cx="7236000" cy="1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401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 current problem: Siemens and NVIDIA, Erlangen, 21 Oct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3726000"/>
            <a:ext cx="6876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“AI second check of AOI results”: real defect or false call? Target: about 40 % fewer false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5598" y="4464000"/>
            <a:ext cx="7236000" cy="9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598" y="45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Our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598" y="4914000"/>
            <a:ext cx="68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Classify each AOI alarm as true defect or false call, so that fewer false calls go to manual inspection while at most 1 % of true defects are missed.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ONE GOAL: FEWER FALSE CALLS TO MANUAL INSPECTION, AT MOST 1 % OF TRUE DEFECTS MISSED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Input → System → Output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599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7599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alarm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599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one flagged board: about 70 AOI measurements per flagged solder joint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component type, AOI error code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23599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5598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5598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598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Binary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598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supervised machine learning, trained on past manual-inspection results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classification threshold: recall ≥ 99 %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75598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7597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OUTPUT: IS THE AOI ALARM REAL?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17597" y="176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1597" y="183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→ skip manual inspection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7597" y="275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1597" y="282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True defect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→ manual inspection, repair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99" y="3780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costs operator time at the manual station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missed defective board reaches the customer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Changes over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changes; a model must keep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This project aims to reduce false calls after automated optical inspection: a binary classifier decides for each AOI alarm whether it is a true defect or a false call, while at most 1 % of true defects are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Data preprocessing: Siemens AOI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Training three classifiers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Day-by-day simulation on recorded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Evaluation: recall, specificity, confusion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Real hardware deployment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Integration with physical AOI machines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inspection itself (camera, limits)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Conditions and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line,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 (no physical names)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Licence: non-commercial (course use)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achieve, and how we measure 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76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99" y="176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Reduce false calls: train three classifiers to separate false calls from true defects.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9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599" y="239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1599" y="239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quality: set the classification threshold so that recall of true defects is at least 99 %.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02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599" y="302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1599" y="302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Test as in operation: day-by-day simulation on the recorded Siemens data, models trained on earlier days only.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65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7599" y="365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1599" y="365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the three models and identify the most suitable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5599" y="1764000"/>
            <a:ext cx="3996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5599" y="1872000"/>
            <a:ext cx="37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Requirements (positive class = true defect)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599" y="2520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99 %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3599" y="2520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recall: true defects classified as true defect (≤ 1 % missed)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599" y="3816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20 %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3599" y="3816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specificity: false calls classified as false call = manual inspections saved (baseline 6.4 %)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Data science tools from the lecture (p. 22)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2700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 / Framework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preparation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AOI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 training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Logistic regression, random forest, neural network (one hidden layer)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Day-by-day simulation on recorded production days (walk-forward)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pandas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Recall, specificity, confusion matrix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Visualization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matplotlib, Jupyter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Graphical result representation, step-by-step notebook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pytest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Repository, tests on every change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the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boards,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3 models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 ≥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day, recorded data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Classification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true defect / false call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recall, specificity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 in four steps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Collected Siemens AOI data: flagged boards, defective &amp; 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Grouped solder joints into boards; encoded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Split data in time order into train, validate, test 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logistic regression as baseline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random forest and a neural network (one hidden layer)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Set the classification threshold: recall ≥ 99 %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Simulated operation day by day on the recorded days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Each day classified by a model trained on earlier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 classified as false call virtually skip manual inspection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Analyzed recall, specificity and the confusion matrix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Compared the three models to identify the best-performing one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analysis; demo video and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Day-by-day simulation on recorded data: three classifiers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result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7740000" cy="2941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3599" y="1764000"/>
            <a:ext cx="2988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3599" y="1889999"/>
            <a:ext cx="26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3599" y="2214000"/>
            <a:ext cx="2628000" cy="21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Specificity today: 6.5–15.0 % (false calls correctly classified).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 today: 96.3–97.8 % (2.2–3.7 % of true defects missed): below the 99 % requirement.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Next: recall ≥ 99 % with specificity ≥ 20 %.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Successfully trained binary classifier for AOI alarms (Python software prototype)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Day-by-day simulation on the recorded data, with recall and specificity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Comparative performance metrics for the three classifiers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Identification of the most suitable model, with limits and error analysis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Demo video, run instructions, report, public GitHub repository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Simulation-only environment; no physical machinery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Dataset is anonymized by Siemens (no personal data); used under its licence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Ethical principles followed: transparency, fairness, accountability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Avoid dataset bias (time-ordered split) and ensure reproducibility of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Safety first in the design: recall of true defects ≥ 99 %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An electronics plant shares AOI and manual-inspection records.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Read each board’s AOI result from the machine; send the classification to the manual inspection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classifier runs next to the operators and only logs its results.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Quality engineers compare the logs before any board skips manual inspection.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Pedregosa, F. et al. (2011). Scikit-learn: Machine learning in Python. Journal of Machine Learning Research 12, 2825–2830.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Lecture slides, Case Study Intelligent Systems in Production, p. 8, 12, 18, 22,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Software &amp; Simulation project, S1–S6 (lecture p. 8,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000000" cy="345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198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Repository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2376000"/>
            <a:ext cx="109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360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Second Check of AOI Results with Supervised Machine Learning</dc:title>
  <dc:subject/>
  <dc:creator>Team 1</dc:creator>
  <cp:keywords/>
  <dc:description>generated using python-pptx</dc:description>
  <cp:lastModifiedBy>Yu Han</cp:lastModifiedBy>
  <cp:revision>1</cp:revision>
  <dcterms:created xsi:type="dcterms:W3CDTF">2013-01-27T09:14:16Z</dcterms:created>
  <dcterms:modified xsi:type="dcterms:W3CDTF">2013-01-27T09:15:58Z</dcterms:modified>
  <cp:category/>
</cp:coreProperties>
</file>